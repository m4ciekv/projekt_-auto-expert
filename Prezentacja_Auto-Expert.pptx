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472C4"/>
                </a:solidFill>
              </a:defRPr>
            </a:pPr>
            <a:r>
              <a:t>System zarządzania warsztatem samochodowym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„Auto-Expert"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Projekt zaliczeniowy z Inżynierii Oprogramowania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Maciej Jagodziński (63732)  •  Mikhail Rodia (61385)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72C4"/>
                </a:solidFill>
              </a:defRPr>
            </a:pPr>
            <a:r>
              <a:t>Java  •  SQLite  •  JDBC  •  Visual Studio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Opis projektu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Aplikacja konsolowa do kompleksowej obsługi warsztatu samochodowego.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✓  5 wyodrębnionych funkcjonalności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✓  Baza danych SQLite (plik lokalny)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✓  Zabezpieczenie PreparedStatement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✓  Walidacja danych wejściowych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✓  Klucze obce (integralność danych)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✓  Architektura dwuwarstwowa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Technologie: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  • Java JDK 17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  • SQLite + JDBC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  • Visual Studio Code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  • Git / GitHub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Pliki źródłowe: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  • App.java (interfejs)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  • DatabaseManager.java (dane)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5 funkcjonalności systemu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1. Ewidencja klientów i pojazdów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Dodawanie, przeglądanie, walidacja VIN/telefon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472C4"/>
                </a:solidFill>
              </a:defRPr>
            </a:pPr>
            <a:r>
              <a:t>Maciej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2. Zarządzanie zleceniami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Statusy: Przyjęte → W trakcie → Zakończone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7C93F"/>
                </a:solidFill>
              </a:defRPr>
            </a:pPr>
            <a:r>
              <a:t>Mikhail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3. Baza części i materiałów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Magazyn z alertem niskiego stanu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7C93F"/>
                </a:solidFill>
              </a:defRPr>
            </a:pPr>
            <a:r>
              <a:t>Mikhail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4. Moduł rozliczeniowy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Kosztorys + płatność bezgotówkowa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4472C4"/>
                </a:solidFill>
              </a:defRPr>
            </a:pPr>
            <a:r>
              <a:t>Maciej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5. Historia serwisowa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Archiwum z filtrowaniem VIN / nazwisko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7C93F"/>
                </a:solidFill>
              </a:defRPr>
            </a:pPr>
            <a:r>
              <a:t>Mikhail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Podział obowiązków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472C4"/>
                </a:solidFill>
              </a:defRPr>
            </a:pPr>
            <a:r>
              <a:t>Maciej Jagodziński (63732)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Diagram Use Case + struktura bazy SQLite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Baza danych i połączenie JDBC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Moduł ewidencji klientów i pojazdów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Moduł rozliczeniowy + płatność kartą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Walidacja danych (telefon, VIN)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Testy walidacji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C93F"/>
                </a:solidFill>
              </a:defRPr>
            </a:pPr>
            <a:r>
              <a:t>Mikhail Rodia (61385)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Diagram klas UML + sekwencji + ERD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Menu główne aplikacji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Zarządzanie zleceniami + statusy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Baza części + alert niskiego stanu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Archiwum historii serwisowej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• Dokumentacja + diagramy UML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Architektura systemu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Warstwa prezentacji — App.java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Menu konsolowe (Scanner), podmenu, walidacja wejścia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Warstwa dostępu do danych — DatabaseManager.java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PreparedStatement, CRUD, PRAGMA foreign_keys = 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Warstwa danych — SQLite (auto_expert.db)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4 tabele: klienci, pojazdy, naprawy, czesci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Relacje 1:* przez klucze obce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Zabezpieczenia na każdym poziomie: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• App: regex \d{9}, długość VIN == 17, typy numeryczne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• DatabaseManager: PreparedStatement (anty SQL Injection)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t>    • SQLite: FOREIGN KEY, NOT NULL, PRIMARY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Baza danych — struktura 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72C4"/>
                </a:solidFill>
              </a:defRPr>
            </a:pPr>
            <a:r>
              <a:t>klienci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id (PK)</a:t>
            </a:r>
            <a:br/>
            <a:r>
              <a:t>• imie</a:t>
            </a:r>
            <a:br/>
            <a:r>
              <a:t>• nazwisko</a:t>
            </a:r>
            <a:br/>
            <a:r>
              <a:t>• telefon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72C4"/>
                </a:solidFill>
              </a:defRPr>
            </a:pPr>
            <a:r>
              <a:t>pojazdy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vin (PK, 17 zn.)</a:t>
            </a:r>
            <a:br/>
            <a:r>
              <a:t>• marka</a:t>
            </a:r>
            <a:br/>
            <a:r>
              <a:t>• model</a:t>
            </a:r>
            <a:br/>
            <a:r>
              <a:t>• klient_id (FK)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72C4"/>
                </a:solidFill>
              </a:defRPr>
            </a:pPr>
            <a:r>
              <a:t>naprawy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id (PK)</a:t>
            </a:r>
            <a:br/>
            <a:r>
              <a:t>• opis_usterki</a:t>
            </a:r>
            <a:br/>
            <a:r>
              <a:t>• roboczogodziny</a:t>
            </a:r>
            <a:br/>
            <a:r>
              <a:t>• koszt_czesci</a:t>
            </a:r>
            <a:br/>
            <a:r>
              <a:t>• pojazd_vin (FK)</a:t>
            </a:r>
            <a:br/>
            <a:r>
              <a:t>• status</a:t>
            </a:r>
            <a:br/>
            <a:r>
              <a:t>• mechanik</a:t>
            </a:r>
            <a:br/>
            <a:r>
              <a:t>• data_przyjecia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472C4"/>
                </a:solidFill>
              </a:defRPr>
            </a:pPr>
            <a:r>
              <a:t>czesci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• id (PK)</a:t>
            </a:r>
            <a:br/>
            <a:r>
              <a:t>• nazwa</a:t>
            </a:r>
            <a:br/>
            <a:r>
              <a:t>• cena</a:t>
            </a:r>
            <a:br/>
            <a:r>
              <a:t>• ilosc</a:t>
            </a:r>
            <a:br/>
            <a:r>
              <a:t>• min_stan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BD2E"/>
                </a:solidFill>
              </a:defRPr>
            </a:pPr>
            <a:r>
              <a:t>klienci  1 ——→ *  pojazdy  1 ——→ *  naprawy          czesci (niezależna)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4 zasady bezpieczeństwa (Ćw. 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472C4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Naturalny styk z użytkownikiem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Czytelne komunikaty błędów, intuicyjne menu 0-9, zabezpieczenia w 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7C93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Spójność pozioma i pionowa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260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PreparedStatement we wszystkich modułach, 3-warstwowa ochrona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BD2E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Minimalny przywilej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Metody per-operacja, brak ogólnego SQL, prywatne metody wewnętrzne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8D3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Domyślna odmowa dostępu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Whitelist walidacji (regex), FOREIGN KEY, odrzucanie niepoprawnych danych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Harmonogram testów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10 scenariuszy testowych: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T1  Klient — dane poprawne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T2  Klient — walidacja telefonu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T3  Pojazd — walidacja VIN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T4  Naprawa z mechanikiem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T5  Zmiana statusu zlecenia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T6  Części — dodawanie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T7  Części — alert niskiego stanu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T8  Rozliczenie — kalkulacja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T9  Historia — filtr VIN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T10 Historia — filtr nazwisko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Testowanie krzyżowe: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Maciej testuje moduły Mikhaila: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T4, T5, T6, T7, T9, T10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Mikhail testuje moduły Macieja: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  → T1, T2, T3, T8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Czas: 5 roboczogodzin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Wynik: 10/10 PASS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DEMO NA ŻYWO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Prezentacja działania systemu Auto-Expert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472C4"/>
                </a:solidFill>
              </a:defRPr>
            </a:pPr>
            <a:r>
              <a:t>java -cp "bin:lib/sqlite-jdbc-3.53.1.0.jar" 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472C4"/>
                </a:solidFill>
              </a:defRPr>
            </a:pPr>
            <a:r>
              <a:t>Podsumowanie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 5 w pełni działających funkcjonalności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 Baza danych SQLite z integralnością referencyjną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 Zabezpieczenia: PreparedStatement, walidacja, FK constraints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 4 zasady bezpieczeństwa zrealizowane w praktyce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 10 scenariuszy testowych — wszystkie PASS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✓  Pełna dokumentacja techniczna z diagramami UML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Repozytorium GitHub: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</a:defRPr>
            </a:pPr>
            <a:r>
              <a:t>github.com/m4ciekv/projekt_-Auto-Expert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</a:defRPr>
            </a:pPr>
            <a:r>
              <a:t>Dziękujemy za uwagę. Jesteśmy gotowi na pytania.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